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7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4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4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7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5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4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0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4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2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4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0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418A5-485C-4145-939E-9AD1290662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F074E-A0B1-4825-AE61-5720099CC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1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4191000" cy="1524001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E-COMMERCE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DASHBOARD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ANALYSIS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3124200" cy="17526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Data Insights for Smarter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Decisions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Kilanko Racheal Abimbola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Tools used: Power BI, Excel, Flaticon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&amp; Microsoft PowerPoint</a:t>
            </a:r>
          </a:p>
        </p:txBody>
      </p:sp>
      <p:sp>
        <p:nvSpPr>
          <p:cNvPr id="5" name="AutoShape 5" descr="Image result for c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7" descr="Image result for car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9" descr="Image result for car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7937"/>
            <a:ext cx="4668982" cy="687777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600200" y="4800600"/>
            <a:ext cx="304800" cy="304800"/>
          </a:xfrm>
          <a:prstGeom prst="ellipse">
            <a:avLst/>
          </a:prstGeom>
          <a:blipFill dpi="0" rotWithShape="1">
            <a:blip r:embed="rId3"/>
            <a:srcRect/>
            <a:stretch>
              <a:fillRect l="-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63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41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BUSINESS PROBLEM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0" lvl="8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The Company wants to understand:</a:t>
            </a:r>
          </a:p>
          <a:p>
            <a:pPr lvl="8">
              <a:buFont typeface="Wingdings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Sales performance</a:t>
            </a:r>
          </a:p>
          <a:p>
            <a:pPr lvl="8">
              <a:buFont typeface="Wingdings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Customer behavior</a:t>
            </a:r>
          </a:p>
          <a:p>
            <a:pPr lvl="8">
              <a:buFont typeface="Wingdings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Product trends</a:t>
            </a:r>
          </a:p>
          <a:p>
            <a:pPr lvl="8">
              <a:buFont typeface="Wingdings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Payment Categories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685800" y="1676400"/>
            <a:ext cx="2133600" cy="1752600"/>
          </a:xfrm>
          <a:prstGeom prst="ellipse">
            <a:avLst/>
          </a:prstGeom>
          <a:blipFill>
            <a:blip r:embed="rId2"/>
            <a:stretch>
              <a:fillRect l="-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07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9530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DATASET OVERVIEW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Source:</a:t>
            </a:r>
            <a:r>
              <a:rPr lang="en-US" sz="2400" dirty="0" smtClean="0">
                <a:solidFill>
                  <a:schemeClr val="bg1"/>
                </a:solidFill>
              </a:rPr>
              <a:t> Kaggle - E-commerce Dataset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Rows: </a:t>
            </a:r>
            <a:r>
              <a:rPr lang="en-US" sz="2400" dirty="0" smtClean="0">
                <a:solidFill>
                  <a:schemeClr val="bg1"/>
                </a:solidFill>
              </a:rPr>
              <a:t>3,660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Columns: </a:t>
            </a:r>
            <a:r>
              <a:rPr lang="en-US" sz="2400" dirty="0" smtClean="0">
                <a:solidFill>
                  <a:schemeClr val="bg1"/>
                </a:solidFill>
              </a:rPr>
              <a:t>8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Time Period</a:t>
            </a:r>
            <a:r>
              <a:rPr lang="en-US" sz="2400" dirty="0" smtClean="0">
                <a:solidFill>
                  <a:schemeClr val="bg1"/>
                </a:solidFill>
              </a:rPr>
              <a:t>: Jan 2024- Nov 2024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Cleaning</a:t>
            </a:r>
            <a:r>
              <a:rPr lang="en-US" sz="2400" dirty="0" smtClean="0">
                <a:solidFill>
                  <a:schemeClr val="bg1"/>
                </a:solidFill>
              </a:rPr>
              <a:t>: Removed Duplicates ,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Null values, and </a:t>
            </a:r>
            <a:r>
              <a:rPr lang="en-US" sz="2400" dirty="0" smtClean="0">
                <a:solidFill>
                  <a:schemeClr val="bg1"/>
                </a:solidFill>
              </a:rPr>
              <a:t> format text and date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600200"/>
            <a:ext cx="3962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15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0292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KPI SUMMARY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5879" y="1828800"/>
            <a:ext cx="1936242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Total Price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sz="2800" dirty="0" smtClean="0"/>
              <a:t>757,000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2919845" y="1828800"/>
            <a:ext cx="16002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Total Customer 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endParaRPr lang="en-US" dirty="0" smtClean="0"/>
          </a:p>
          <a:p>
            <a:pPr algn="ctr"/>
            <a:r>
              <a:rPr lang="en-US" sz="2800" dirty="0" smtClean="0"/>
              <a:t>4,ooo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800600" y="1828800"/>
            <a:ext cx="16002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Total Discount</a:t>
            </a:r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sz="2800" dirty="0" smtClean="0"/>
              <a:t>69,000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6934200" y="1828800"/>
            <a:ext cx="16002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Total Category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sz="2800" dirty="0" smtClean="0"/>
              <a:t>7</a:t>
            </a:r>
            <a:endParaRPr lang="en-US" sz="2800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562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DASHBOARD OVERVIEW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1" y="1600200"/>
            <a:ext cx="7938538" cy="4525963"/>
          </a:xfrm>
        </p:spPr>
      </p:pic>
    </p:spTree>
    <p:extLst>
      <p:ext uri="{BB962C8B-B14F-4D97-AF65-F5344CB8AC3E}">
        <p14:creationId xmlns:p14="http://schemas.microsoft.com/office/powerpoint/2010/main" val="315495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2672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 INSIGHT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81200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Category (Clothing) generated highest Sales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Credit Card was most used in payment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Category (Home &amp; Kitchen) used the highest discount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56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6482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CONCLUSION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The dashboard provides actionable insights that support strategic business decisions, improve profitability, and enhance customer </a:t>
            </a:r>
            <a:r>
              <a:rPr lang="en-US" dirty="0" err="1" smtClean="0">
                <a:solidFill>
                  <a:schemeClr val="bg1"/>
                </a:solidFill>
              </a:rPr>
              <a:t>satifaction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627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139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E-COMMERCE DASHBOARD ANALYSIS </vt:lpstr>
      <vt:lpstr>BUSINESS PROBLEM</vt:lpstr>
      <vt:lpstr>DATASET OVERVIEW </vt:lpstr>
      <vt:lpstr>KPI SUMMARY</vt:lpstr>
      <vt:lpstr>DASHBOARD OVERVIEW</vt:lpstr>
      <vt:lpstr>KEY INSIGHT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DASHBOARD ANALYSIS</dc:title>
  <dc:creator>hp</dc:creator>
  <cp:lastModifiedBy>hp</cp:lastModifiedBy>
  <cp:revision>10</cp:revision>
  <dcterms:created xsi:type="dcterms:W3CDTF">2026-06-01T14:32:22Z</dcterms:created>
  <dcterms:modified xsi:type="dcterms:W3CDTF">2026-06-01T16:11:47Z</dcterms:modified>
</cp:coreProperties>
</file>